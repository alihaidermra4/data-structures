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900" r:id="rId2"/>
    <p:sldId id="901" r:id="rId3"/>
    <p:sldId id="902" r:id="rId4"/>
    <p:sldId id="903" r:id="rId5"/>
    <p:sldId id="904" r:id="rId6"/>
    <p:sldId id="905" r:id="rId7"/>
    <p:sldId id="906" r:id="rId8"/>
    <p:sldId id="907" r:id="rId9"/>
    <p:sldId id="908" r:id="rId10"/>
    <p:sldId id="909" r:id="rId11"/>
    <p:sldId id="910" r:id="rId12"/>
    <p:sldId id="911" r:id="rId13"/>
    <p:sldId id="912" r:id="rId14"/>
    <p:sldId id="913" r:id="rId15"/>
    <p:sldId id="914" r:id="rId16"/>
    <p:sldId id="915" r:id="rId17"/>
    <p:sldId id="916" r:id="rId18"/>
    <p:sldId id="917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83"/>
  </p:normalViewPr>
  <p:slideViewPr>
    <p:cSldViewPr snapToGrid="0">
      <p:cViewPr varScale="1">
        <p:scale>
          <a:sx n="102" d="100"/>
          <a:sy n="102" d="100"/>
        </p:scale>
        <p:origin x="6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25/10/2026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25/10/2026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25/10/2026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25/10/2026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25/10/2026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25/10/2026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25/10/2026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15" y="1041400"/>
            <a:ext cx="10168569" cy="2387600"/>
          </a:xfrm>
        </p:spPr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Polish Notations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/>
          </a:bodyPr>
          <a:lstStyle/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What is an Expression?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An expression combines operands and operators to produce a value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Operands: the values or variables being worked on (A, B, 5, 10)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Operators: the actions performed on them (+, -, *, /, ^)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same expression can be written in three different notations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notations differ only in where the operator is placed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Infix Notation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operator is written between its operands: A + B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notation we use in everyday maths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Needs precedence rules and parentheses to avoid ambiguity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Example: A + B * C means multiply first, then add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Example: (A + B) * C means add first, then multiply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Easy for humans to read, but harder for computers to evaluate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Prefix Notation (Polish Notation)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operator is written before its operands: + A B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Invented by the Polish logician Jan Łukasiewicz, hence the name "Polish" notation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No parentheses and no precedence rules needed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Read from the right: the order of operators fixes the order of evaluation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Example: A + B becomes + A B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Example: (A + B) * C becomes * + A B C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Postfix Notation (Reverse Polish Notation)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operator is written after its operands: A B +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Also called Reverse Polish Notation (RPN)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No parentheses and no precedence rules needed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Read left to right: each operator applies to the values just before it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Example: A + B becomes A B +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Example: (A + B) * C becomes A B + C *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The Same Expression in Three Notations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Infix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Prefix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Postfix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+ B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+ A B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B +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+ B * C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+ A * B C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B C * +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(A + B) * C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* + A B C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B + C *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* B + C * D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+ * A B * C D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B * C D * +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Why Use Prefix and Postfix?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No parentheses needed - the order of operators already shows the order of evaluation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No precedence or associativity rules to remember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Computers can evaluate them in a single scan using a stack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Compilers convert infix to postfix internally before evaluating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Some calculators (e.g., HP) use RPN directly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Operator Precedence and Associativity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200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Operator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Precedence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Associativity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^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Power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Highest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Right to left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*   /   %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Multiply, divide, remainder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Medium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Left to right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+   -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Add, subtract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Lowest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Left to right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Infix to Postfix – The Rules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Scan the infix expression from left to right, using a stack for operators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Operand: send it straight to the output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Operator: pop operators of higher or equal precedence to the output, then push it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Opening bracket (: push it onto the stack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Closing bracket ): pop to the output until the opening bracket is found, then discard both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At the end: pop all remaining operators to the output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Infix to Postfix – Example: A + B * C - D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500000"/>
          <a:ext cx="10515600" cy="360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Symbol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Operator Stack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Output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(empty)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+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+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+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B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*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+ *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B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C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+ *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B C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-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-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B C * +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-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B C * + D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End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(empty)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 B C * + D -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Evaluating a Postfix Expression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Scan the postfix expression from left to right, using a stack of values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Operand: push it onto the stack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Operator: pop two values, apply the operator, push the result back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first value popped is the right operand; the second is the left operand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At the end, the single value left on the stack is the answer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Evaluating Postfix – Example: 5 3 2 * + 4 -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600000"/>
          <a:ext cx="10515600" cy="340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Symbol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Stack (bottom to top)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Action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5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5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Push 5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5, 3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Push 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5, 3, 2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Push 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*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5, 6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Pop 2 and 3, compute 3 * 2 = 6, push 6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+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11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Pop 6 and 5, compute 5 + 6 = 11, push 11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4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11, 4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Push 4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-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7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Pop 4 and 11, compute 11 - 4 = 7, push 7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Infix to Prefix – A Simple Method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Step 1: Reverse the infix expression, swapping each ( with 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Step 2: Convert the reversed expression to postfix using the same rules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Step 3: Reverse the result to get the prefix expression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Example: A + B * C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Reversed: C * B + A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Postfix of reversed: C B * A +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Reverse again: + A * B C   (the prefix form)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Quick Reference – Notations Compared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200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Notation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Operator position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Also called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Needs parentheses?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Infix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Between operands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Standard notation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Yes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Prefix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Before operands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Polish notation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No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Postfix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After operands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Reverse Polish notation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No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Where Are They Used?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Compilers and interpreters: converting and evaluating expressions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Calculators: RPN calculators avoid brackets entirely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Stack applications: both conversion and evaluation rely on a stack (links to Week 3)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Expression trees: prefix, infix, and postfix match tree traversal orders (links to Week 11)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Summary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Infix puts the operator between operands, prefix before, postfix after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Prefix is Polish notation; postfix is Reverse Polish notation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Prefix and postfix need no parentheses or precedence rules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 stack converts infix to postfix and evaluates postfix in one scan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Practice: convert a few expressions between the three forms by hand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1001</Words>
  <Application>Microsoft Macintosh PowerPoint</Application>
  <PresentationFormat>Widescreen</PresentationFormat>
  <Paragraphs>174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Polish Notations</vt:lpstr>
      <vt:lpstr>What is an Expression?</vt:lpstr>
      <vt:lpstr>Infix Notation</vt:lpstr>
      <vt:lpstr>Prefix Notation (Polish Notation)</vt:lpstr>
      <vt:lpstr>Postfix Notation (Reverse Polish Notation)</vt:lpstr>
      <vt:lpstr>The Same Expression in Three Notations</vt:lpstr>
      <vt:lpstr>Why Use Prefix and Postfix?</vt:lpstr>
      <vt:lpstr>Operator Precedence and Associativity</vt:lpstr>
      <vt:lpstr>Infix to Postfix – The Rules</vt:lpstr>
      <vt:lpstr>Infix to Postfix – Example: A + B * C - D</vt:lpstr>
      <vt:lpstr>Evaluating a Postfix Expression</vt:lpstr>
      <vt:lpstr>Evaluating Postfix – Example: 5 3 2 * + 4 -</vt:lpstr>
      <vt:lpstr>Infix to Prefix – A Simple Method</vt:lpstr>
      <vt:lpstr>Quick Reference – Notations Compared</vt:lpstr>
      <vt:lpstr>Where Are They Used?</vt:lpstr>
      <vt:lpstr>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7</cp:revision>
  <dcterms:created xsi:type="dcterms:W3CDTF">2026-07-17T16:00:13Z</dcterms:created>
  <dcterms:modified xsi:type="dcterms:W3CDTF">2026-10-25T08:39:54Z</dcterms:modified>
</cp:coreProperties>
</file>