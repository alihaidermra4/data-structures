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70" r:id="rId5"/>
    <p:sldId id="273" r:id="rId6"/>
    <p:sldId id="269" r:id="rId7"/>
    <p:sldId id="271" r:id="rId8"/>
    <p:sldId id="268" r:id="rId9"/>
    <p:sldId id="274" r:id="rId10"/>
    <p:sldId id="275" r:id="rId11"/>
    <p:sldId id="280" r:id="rId12"/>
    <p:sldId id="277" r:id="rId13"/>
    <p:sldId id="281" r:id="rId14"/>
    <p:sldId id="278" r:id="rId15"/>
    <p:sldId id="279" r:id="rId16"/>
    <p:sldId id="272" r:id="rId17"/>
    <p:sldId id="276" r:id="rId18"/>
    <p:sldId id="264" r:id="rId19"/>
    <p:sldId id="265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83"/>
  </p:normalViewPr>
  <p:slideViewPr>
    <p:cSldViewPr snapToGrid="0">
      <p:cViewPr varScale="1">
        <p:scale>
          <a:sx n="102" d="100"/>
          <a:sy n="102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05/10/2026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Searching?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Searching means finding whether a given value (the key) exists in a collection, and if so, locating its position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Two fundamental approaches covered in this course: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Linear Search - works on any array, sorted or unsorted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Binary Search - requires a sorted array, but is dramatically faster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Choice of algorithm depends on whether the data is sorted and how large it is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Search -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Check each element one by one, from the start, until the key is found or the array ends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No assumption about order - works on unsorted arrays too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Simple, but doesn't scale well for large datasets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Looking for a specific book on a shelf by checking every book left to right, one at a time.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Search -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Algorithm: LinearSearch(A, n, key)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For i = 0 to n-1:</a:t>
            </a:r>
          </a:p>
          <a:p>
            <a:pPr marL="0" indent="0">
              <a:buNone/>
            </a:pPr>
            <a:r>
              <a:rPr lang="en-GB" dirty="0"/>
              <a:t>       If A[i] == key:</a:t>
            </a:r>
          </a:p>
          <a:p>
            <a:pPr marL="0" indent="0">
              <a:buNone/>
            </a:pPr>
            <a:r>
              <a:rPr lang="en-GB" dirty="0"/>
              <a:t>           Return i          // found at index i</a:t>
            </a:r>
          </a:p>
          <a:p>
            <a:pPr marL="0" indent="0">
              <a:buNone/>
            </a:pPr>
            <a:r>
              <a:rPr lang="en-GB" dirty="0"/>
              <a:t>2. Return -1                 // not found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Search - C++ Code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int linearSearch(int arr[], int n, int key) {</a:t>
            </a:r>
          </a:p>
          <a:p>
            <a:pPr marL="0" indent="0">
              <a:buNone/>
            </a:pPr>
            <a:r>
              <a:rPr lang="en-GB" dirty="0"/>
              <a:t>    for (int i = 0; i &lt; n; i++) {</a:t>
            </a:r>
          </a:p>
          <a:p>
            <a:pPr marL="0" indent="0">
              <a:buNone/>
            </a:pPr>
            <a:r>
              <a:rPr lang="en-GB" dirty="0"/>
              <a:t>        if (arr[i] == key)</a:t>
            </a:r>
          </a:p>
          <a:p>
            <a:pPr marL="0" indent="0">
              <a:buNone/>
            </a:pPr>
            <a:r>
              <a:rPr lang="en-GB" dirty="0"/>
              <a:t>            return i;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return -1;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Search - Dry Run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869422"/>
              </p:ext>
            </p:extLst>
          </p:nvPr>
        </p:nvGraphicFramePr>
        <p:xfrm>
          <a:off x="838200" y="2199999"/>
          <a:ext cx="10515600" cy="36120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415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Step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Index Checked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A[i]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Match?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41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41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41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67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41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Yes - found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Search -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302770"/>
              </p:ext>
            </p:extLst>
          </p:nvPr>
        </p:nvGraphicFramePr>
        <p:xfrm>
          <a:off x="838200" y="2200000"/>
          <a:ext cx="10515600" cy="32488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963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96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Key is the first element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934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Worst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Key is the last element, or not present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96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Average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Key is somewhere in the middle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Transition - Why Binary Search?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Linear search checks elements one at a time - wasteful if the array is already sorted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If sorted, we can use the order to eliminate half the array with each comparison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This is the core idea behind Binary Search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Looking up a word in a dictionary - you don't start from page 1. You open to the middle, see if your word comes before or after, and repeat on the correct half.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Binary Search -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Requires the array to be sorted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Compare the key with the middle element: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If equal, found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If key is smaller, search the left half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If key is larger, search the right half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Repeat until found, or the search range becomes empty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Binary Search -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Algorithm: BinarySearch(A, low, high, key)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While low &lt;= high:</a:t>
            </a:r>
          </a:p>
          <a:p>
            <a:pPr marL="0" indent="0">
              <a:buNone/>
            </a:pPr>
            <a:r>
              <a:rPr lang="en-GB" dirty="0"/>
              <a:t>       mid = (low + high) / 2</a:t>
            </a:r>
          </a:p>
          <a:p>
            <a:pPr marL="0" indent="0">
              <a:buNone/>
            </a:pPr>
            <a:r>
              <a:rPr lang="en-GB" dirty="0"/>
              <a:t>       If A[mid] == key:</a:t>
            </a:r>
          </a:p>
          <a:p>
            <a:pPr marL="0" indent="0">
              <a:buNone/>
            </a:pPr>
            <a:r>
              <a:rPr lang="en-GB" dirty="0"/>
              <a:t>           Return mid                  // found</a:t>
            </a:r>
          </a:p>
          <a:p>
            <a:pPr marL="0" indent="0">
              <a:buNone/>
            </a:pPr>
            <a:r>
              <a:rPr lang="en-GB" dirty="0"/>
              <a:t>       Else if A[mid] &lt; key:</a:t>
            </a:r>
          </a:p>
          <a:p>
            <a:pPr marL="0" indent="0">
              <a:buNone/>
            </a:pPr>
            <a:r>
              <a:rPr lang="en-GB" dirty="0"/>
              <a:t>           low = mid + 1               // search right half</a:t>
            </a:r>
          </a:p>
          <a:p>
            <a:pPr marL="0" indent="0">
              <a:buNone/>
            </a:pPr>
            <a:r>
              <a:rPr lang="en-GB" dirty="0"/>
              <a:t>       Else:</a:t>
            </a:r>
          </a:p>
          <a:p>
            <a:pPr marL="0" indent="0">
              <a:buNone/>
            </a:pPr>
            <a:r>
              <a:rPr lang="en-GB" dirty="0"/>
              <a:t>           high = mid - 1              // search left half</a:t>
            </a:r>
          </a:p>
          <a:p>
            <a:pPr marL="0" indent="0">
              <a:buNone/>
            </a:pPr>
            <a:r>
              <a:rPr lang="en-GB" dirty="0"/>
              <a:t>2. Return -1                           // not found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Binary Search - C++ Code (Iterative)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64500" lnSpcReduction="20000"/>
          </a:bodyPr>
          <a:lstStyle/>
          <a:p>
            <a:pPr marL="0" indent="0">
              <a:buNone/>
            </a:pPr>
            <a:r>
              <a:rPr lang="en-GB" dirty="0"/>
              <a:t>int binarySearch(int arr[], int n, int key) {</a:t>
            </a:r>
          </a:p>
          <a:p>
            <a:pPr marL="0" indent="0">
              <a:buNone/>
            </a:pPr>
            <a:r>
              <a:rPr lang="en-GB" dirty="0"/>
              <a:t>    int low = 0, high = n - 1;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while (low &lt;= high) {</a:t>
            </a:r>
          </a:p>
          <a:p>
            <a:pPr marL="0" indent="0">
              <a:buNone/>
            </a:pPr>
            <a:r>
              <a:rPr lang="en-GB" dirty="0"/>
              <a:t>        int mid = low + (high - low) / 2;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    if (arr[mid] == key)</a:t>
            </a:r>
          </a:p>
          <a:p>
            <a:pPr marL="0" indent="0">
              <a:buNone/>
            </a:pPr>
            <a:r>
              <a:rPr lang="en-GB" dirty="0"/>
              <a:t>            return mid;</a:t>
            </a:r>
          </a:p>
          <a:p>
            <a:pPr marL="0" indent="0">
              <a:buNone/>
            </a:pPr>
            <a:r>
              <a:rPr lang="en-GB" dirty="0"/>
              <a:t>        else if (arr[mid] &lt; key)</a:t>
            </a:r>
          </a:p>
          <a:p>
            <a:pPr marL="0" indent="0">
              <a:buNone/>
            </a:pPr>
            <a:r>
              <a:rPr lang="en-GB" dirty="0"/>
              <a:t>            low = mid + 1;</a:t>
            </a:r>
          </a:p>
          <a:p>
            <a:pPr marL="0" indent="0">
              <a:buNone/>
            </a:pPr>
            <a:r>
              <a:rPr lang="en-GB" dirty="0"/>
              <a:t>        else</a:t>
            </a:r>
          </a:p>
          <a:p>
            <a:pPr marL="0" indent="0">
              <a:buNone/>
            </a:pPr>
            <a:r>
              <a:rPr lang="en-GB" dirty="0"/>
              <a:t>            high = mid - 1;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return -1;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Binary Search - Dry Run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144132"/>
              </p:ext>
            </p:extLst>
          </p:nvPr>
        </p:nvGraphicFramePr>
        <p:xfrm>
          <a:off x="838200" y="2199999"/>
          <a:ext cx="10515600" cy="36120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03019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Step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low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high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mid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A[mid]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Action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019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45&lt;56, go right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019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67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67&gt;56, go left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019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4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56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Match found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Binary Search - C++ Code (Recursive)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8000" lnSpcReduction="20000"/>
          </a:bodyPr>
          <a:lstStyle/>
          <a:p>
            <a:pPr marL="0" indent="0">
              <a:buNone/>
            </a:pPr>
            <a:r>
              <a:rPr lang="en-GB" dirty="0"/>
              <a:t>int binarySearchRecursive(int arr[], int low, int high, int key) {</a:t>
            </a:r>
          </a:p>
          <a:p>
            <a:pPr marL="0" indent="0">
              <a:buNone/>
            </a:pPr>
            <a:r>
              <a:rPr lang="en-GB" dirty="0"/>
              <a:t>    if (low &gt; high)</a:t>
            </a:r>
          </a:p>
          <a:p>
            <a:pPr marL="0" indent="0">
              <a:buNone/>
            </a:pPr>
            <a:r>
              <a:rPr lang="en-GB" dirty="0"/>
              <a:t>        return -1;                      // base case: not found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int mid = low + (high - low) / 2;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if (arr[mid] == key)</a:t>
            </a:r>
          </a:p>
          <a:p>
            <a:pPr marL="0" indent="0">
              <a:buNone/>
            </a:pPr>
            <a:r>
              <a:rPr lang="en-GB" dirty="0"/>
              <a:t>        return mid;</a:t>
            </a:r>
          </a:p>
          <a:p>
            <a:pPr marL="0" indent="0">
              <a:buNone/>
            </a:pPr>
            <a:r>
              <a:rPr lang="en-GB" dirty="0"/>
              <a:t>    else if (arr[mid] &lt; key)</a:t>
            </a:r>
          </a:p>
          <a:p>
            <a:pPr marL="0" indent="0">
              <a:buNone/>
            </a:pPr>
            <a:r>
              <a:rPr lang="en-GB" dirty="0"/>
              <a:t>        return binarySearchRecursive(arr, mid + 1, high, key);</a:t>
            </a:r>
          </a:p>
          <a:p>
            <a:pPr marL="0" indent="0">
              <a:buNone/>
            </a:pPr>
            <a:r>
              <a:rPr lang="en-GB" dirty="0"/>
              <a:t>    else</a:t>
            </a:r>
          </a:p>
          <a:p>
            <a:pPr marL="0" indent="0">
              <a:buNone/>
            </a:pPr>
            <a:r>
              <a:rPr lang="en-GB" dirty="0"/>
              <a:t>        return binarySearchRecursive(arr, low, mid - 1, key);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Binary Search -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629253"/>
              </p:ext>
            </p:extLst>
          </p:nvPr>
        </p:nvGraphicFramePr>
        <p:xfrm>
          <a:off x="838200" y="2200000"/>
          <a:ext cx="10515600" cy="34742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573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57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Key is the middle element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57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Worst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Key is at an edge, or not present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57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Average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—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Search vs Binary Search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305378"/>
              </p:ext>
            </p:extLst>
          </p:nvPr>
        </p:nvGraphicFramePr>
        <p:xfrm>
          <a:off x="838200" y="1874520"/>
          <a:ext cx="10515600" cy="38373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558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Aspect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Linear Search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Binary Search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55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 requirement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Works on unsorted or sorted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Requires sorted array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55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Time Complexity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55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Approach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Sequential scan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Divide and conquer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55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for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Small or unsorted datasets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Large, sorted datasets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55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Extra cost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None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Sorting cost if unsorted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Why Binary Search is Faster - Intuition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For an array of 1,000,000 elements: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Linear search: up to 1,000,000 comparisons in the worst case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Binary search: at most ~20 comparisons (since 2²⁰ ≈ 1,000,000)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Doubling the array size adds only one more comparison to binary search, but doubles the worst case for linear search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Summary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Linear search checks elements sequentially - simple, works on any array, but O(n)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Binary search exploits sorted order to eliminate half the search space each step - O(log n)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Binary search requires the array to be sorted beforehand; this trade-off is worth it when searching happens repeatedly on the same dataset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Choice of algorithm depends on data size, whether it's sorted, and how often searches are performed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1064</Words>
  <Application>Microsoft Macintosh PowerPoint</Application>
  <PresentationFormat>Widescreen</PresentationFormat>
  <Paragraphs>187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Searching Algorithms</vt:lpstr>
      <vt:lpstr>What is Searching?</vt:lpstr>
      <vt:lpstr>Linear Search - The Idea</vt:lpstr>
      <vt:lpstr>Linear Search - Algorithm</vt:lpstr>
      <vt:lpstr>Linear Search - C++ Code</vt:lpstr>
      <vt:lpstr>Linear Search - Dry Run</vt:lpstr>
      <vt:lpstr>Linear Search - Complexity</vt:lpstr>
      <vt:lpstr>Transition - Why Binary Search?</vt:lpstr>
      <vt:lpstr>Binary Search - The Idea</vt:lpstr>
      <vt:lpstr>Binary Search - Algorithm</vt:lpstr>
      <vt:lpstr>Binary Search - C++ Code (Iterative)</vt:lpstr>
      <vt:lpstr>Binary Search - Dry Run</vt:lpstr>
      <vt:lpstr>Binary Search - C++ Code (Recursive)</vt:lpstr>
      <vt:lpstr>Binary Search - Complexity</vt:lpstr>
      <vt:lpstr>Linear Search vs Binary Search</vt:lpstr>
      <vt:lpstr>Why Binary Search is Faster - Intuition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7</cp:revision>
  <dcterms:created xsi:type="dcterms:W3CDTF">2026-07-17T16:00:13Z</dcterms:created>
  <dcterms:modified xsi:type="dcterms:W3CDTF">2026-10-05T01:55:57Z</dcterms:modified>
</cp:coreProperties>
</file>